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nton" charset="1" panose="000005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07058" y="5841047"/>
            <a:ext cx="4358955" cy="4756796"/>
          </a:xfrm>
          <a:custGeom>
            <a:avLst/>
            <a:gdLst/>
            <a:ahLst/>
            <a:cxnLst/>
            <a:rect r="r" b="b" t="t" l="l"/>
            <a:pathLst>
              <a:path h="4756796" w="4358955">
                <a:moveTo>
                  <a:pt x="0" y="0"/>
                </a:moveTo>
                <a:lnTo>
                  <a:pt x="4358956" y="0"/>
                </a:lnTo>
                <a:lnTo>
                  <a:pt x="4358956" y="4756797"/>
                </a:lnTo>
                <a:lnTo>
                  <a:pt x="0" y="4756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0942" y="4274503"/>
            <a:ext cx="1012611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boot process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71535" y="314689"/>
            <a:ext cx="7684331" cy="10245775"/>
          </a:xfrm>
          <a:custGeom>
            <a:avLst/>
            <a:gdLst/>
            <a:ahLst/>
            <a:cxnLst/>
            <a:rect r="r" b="b" t="t" l="l"/>
            <a:pathLst>
              <a:path h="10245775" w="7684331">
                <a:moveTo>
                  <a:pt x="0" y="0"/>
                </a:moveTo>
                <a:lnTo>
                  <a:pt x="7684331" y="0"/>
                </a:lnTo>
                <a:lnTo>
                  <a:pt x="7684331" y="10245775"/>
                </a:lnTo>
                <a:lnTo>
                  <a:pt x="0" y="10245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542">
            <a:off x="-209371" y="-65780"/>
            <a:ext cx="1961248" cy="1497903"/>
          </a:xfrm>
          <a:custGeom>
            <a:avLst/>
            <a:gdLst/>
            <a:ahLst/>
            <a:cxnLst/>
            <a:rect r="r" b="b" t="t" l="l"/>
            <a:pathLst>
              <a:path h="1497903" w="1961248">
                <a:moveTo>
                  <a:pt x="0" y="0"/>
                </a:moveTo>
                <a:lnTo>
                  <a:pt x="1961248" y="0"/>
                </a:lnTo>
                <a:lnTo>
                  <a:pt x="1961248" y="1497903"/>
                </a:lnTo>
                <a:lnTo>
                  <a:pt x="0" y="1497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2132" y="6305373"/>
            <a:ext cx="2820073" cy="3867930"/>
          </a:xfrm>
          <a:custGeom>
            <a:avLst/>
            <a:gdLst/>
            <a:ahLst/>
            <a:cxnLst/>
            <a:rect r="r" b="b" t="t" l="l"/>
            <a:pathLst>
              <a:path h="3867930" w="2820073">
                <a:moveTo>
                  <a:pt x="0" y="0"/>
                </a:moveTo>
                <a:lnTo>
                  <a:pt x="2820073" y="0"/>
                </a:lnTo>
                <a:lnTo>
                  <a:pt x="2820073" y="3867930"/>
                </a:lnTo>
                <a:lnTo>
                  <a:pt x="0" y="386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83187" y="4274503"/>
            <a:ext cx="992162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process tree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393" y="809148"/>
            <a:ext cx="17904581" cy="8392772"/>
          </a:xfrm>
          <a:custGeom>
            <a:avLst/>
            <a:gdLst/>
            <a:ahLst/>
            <a:cxnLst/>
            <a:rect r="r" b="b" t="t" l="l"/>
            <a:pathLst>
              <a:path h="8392772" w="17904581">
                <a:moveTo>
                  <a:pt x="0" y="0"/>
                </a:moveTo>
                <a:lnTo>
                  <a:pt x="17904581" y="0"/>
                </a:lnTo>
                <a:lnTo>
                  <a:pt x="17904581" y="8392773"/>
                </a:lnTo>
                <a:lnTo>
                  <a:pt x="0" y="839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259300" y="180426"/>
            <a:ext cx="663718" cy="628722"/>
          </a:xfrm>
          <a:custGeom>
            <a:avLst/>
            <a:gdLst/>
            <a:ahLst/>
            <a:cxnLst/>
            <a:rect r="r" b="b" t="t" l="l"/>
            <a:pathLst>
              <a:path h="628722" w="663718">
                <a:moveTo>
                  <a:pt x="663718" y="0"/>
                </a:moveTo>
                <a:lnTo>
                  <a:pt x="0" y="0"/>
                </a:lnTo>
                <a:lnTo>
                  <a:pt x="0" y="628722"/>
                </a:lnTo>
                <a:lnTo>
                  <a:pt x="663718" y="628722"/>
                </a:lnTo>
                <a:lnTo>
                  <a:pt x="66371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278">
            <a:off x="-135554" y="7173753"/>
            <a:ext cx="2560137" cy="3089155"/>
          </a:xfrm>
          <a:custGeom>
            <a:avLst/>
            <a:gdLst/>
            <a:ahLst/>
            <a:cxnLst/>
            <a:rect r="r" b="b" t="t" l="l"/>
            <a:pathLst>
              <a:path h="3089155" w="2560137">
                <a:moveTo>
                  <a:pt x="0" y="0"/>
                </a:moveTo>
                <a:lnTo>
                  <a:pt x="2560137" y="0"/>
                </a:lnTo>
                <a:lnTo>
                  <a:pt x="2560137" y="3089154"/>
                </a:lnTo>
                <a:lnTo>
                  <a:pt x="0" y="3089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69593" y="4274503"/>
            <a:ext cx="107488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security ring’s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82008" y="-339524"/>
            <a:ext cx="8769956" cy="10550324"/>
          </a:xfrm>
          <a:custGeom>
            <a:avLst/>
            <a:gdLst/>
            <a:ahLst/>
            <a:cxnLst/>
            <a:rect r="r" b="b" t="t" l="l"/>
            <a:pathLst>
              <a:path h="10550324" w="8769956">
                <a:moveTo>
                  <a:pt x="0" y="0"/>
                </a:moveTo>
                <a:lnTo>
                  <a:pt x="8769956" y="0"/>
                </a:lnTo>
                <a:lnTo>
                  <a:pt x="8769956" y="10550324"/>
                </a:lnTo>
                <a:lnTo>
                  <a:pt x="0" y="10550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84619" y="8323935"/>
            <a:ext cx="2253975" cy="2104649"/>
          </a:xfrm>
          <a:custGeom>
            <a:avLst/>
            <a:gdLst/>
            <a:ahLst/>
            <a:cxnLst/>
            <a:rect r="r" b="b" t="t" l="l"/>
            <a:pathLst>
              <a:path h="2104649" w="2253975">
                <a:moveTo>
                  <a:pt x="0" y="0"/>
                </a:moveTo>
                <a:lnTo>
                  <a:pt x="2253975" y="0"/>
                </a:lnTo>
                <a:lnTo>
                  <a:pt x="2253975" y="2104649"/>
                </a:lnTo>
                <a:lnTo>
                  <a:pt x="0" y="2104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57977" y="3662908"/>
            <a:ext cx="951600" cy="1099538"/>
          </a:xfrm>
          <a:custGeom>
            <a:avLst/>
            <a:gdLst/>
            <a:ahLst/>
            <a:cxnLst/>
            <a:rect r="r" b="b" t="t" l="l"/>
            <a:pathLst>
              <a:path h="1099538" w="951600">
                <a:moveTo>
                  <a:pt x="0" y="0"/>
                </a:moveTo>
                <a:lnTo>
                  <a:pt x="951600" y="0"/>
                </a:lnTo>
                <a:lnTo>
                  <a:pt x="951600" y="1099538"/>
                </a:lnTo>
                <a:lnTo>
                  <a:pt x="0" y="109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66754" y="4274503"/>
            <a:ext cx="975449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58208" y="-73828"/>
            <a:ext cx="8911025" cy="10273888"/>
          </a:xfrm>
          <a:custGeom>
            <a:avLst/>
            <a:gdLst/>
            <a:ahLst/>
            <a:cxnLst/>
            <a:rect r="r" b="b" t="t" l="l"/>
            <a:pathLst>
              <a:path h="10273888" w="8911025">
                <a:moveTo>
                  <a:pt x="0" y="0"/>
                </a:moveTo>
                <a:lnTo>
                  <a:pt x="8911026" y="0"/>
                </a:lnTo>
                <a:lnTo>
                  <a:pt x="8911026" y="10273888"/>
                </a:lnTo>
                <a:lnTo>
                  <a:pt x="0" y="10273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35445">
            <a:off x="16350746" y="24875"/>
            <a:ext cx="2180722" cy="1366788"/>
          </a:xfrm>
          <a:custGeom>
            <a:avLst/>
            <a:gdLst/>
            <a:ahLst/>
            <a:cxnLst/>
            <a:rect r="r" b="b" t="t" l="l"/>
            <a:pathLst>
              <a:path h="1366788" w="2180722">
                <a:moveTo>
                  <a:pt x="0" y="0"/>
                </a:moveTo>
                <a:lnTo>
                  <a:pt x="2180722" y="0"/>
                </a:lnTo>
                <a:lnTo>
                  <a:pt x="2180722" y="1366787"/>
                </a:lnTo>
                <a:lnTo>
                  <a:pt x="0" y="1366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55" r="0" b="-1355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62043" y="4274503"/>
            <a:ext cx="53639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Api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226474" y="3685427"/>
            <a:ext cx="929634" cy="1092081"/>
          </a:xfrm>
          <a:custGeom>
            <a:avLst/>
            <a:gdLst/>
            <a:ahLst/>
            <a:cxnLst/>
            <a:rect r="r" b="b" t="t" l="l"/>
            <a:pathLst>
              <a:path h="1092081" w="929634">
                <a:moveTo>
                  <a:pt x="0" y="0"/>
                </a:moveTo>
                <a:lnTo>
                  <a:pt x="929634" y="0"/>
                </a:lnTo>
                <a:lnTo>
                  <a:pt x="929634" y="1092081"/>
                </a:lnTo>
                <a:lnTo>
                  <a:pt x="0" y="1092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52769" y="0"/>
            <a:ext cx="10932757" cy="10584177"/>
          </a:xfrm>
          <a:custGeom>
            <a:avLst/>
            <a:gdLst/>
            <a:ahLst/>
            <a:cxnLst/>
            <a:rect r="r" b="b" t="t" l="l"/>
            <a:pathLst>
              <a:path h="10584177" w="10932757">
                <a:moveTo>
                  <a:pt x="0" y="0"/>
                </a:moveTo>
                <a:lnTo>
                  <a:pt x="10932757" y="0"/>
                </a:lnTo>
                <a:lnTo>
                  <a:pt x="10932757" y="10584177"/>
                </a:lnTo>
                <a:lnTo>
                  <a:pt x="0" y="10584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49714" y="3623687"/>
            <a:ext cx="1940658" cy="2482236"/>
          </a:xfrm>
          <a:custGeom>
            <a:avLst/>
            <a:gdLst/>
            <a:ahLst/>
            <a:cxnLst/>
            <a:rect r="r" b="b" t="t" l="l"/>
            <a:pathLst>
              <a:path h="2482236" w="1940658">
                <a:moveTo>
                  <a:pt x="0" y="0"/>
                </a:moveTo>
                <a:lnTo>
                  <a:pt x="1940658" y="0"/>
                </a:lnTo>
                <a:lnTo>
                  <a:pt x="1940658" y="2482236"/>
                </a:lnTo>
                <a:lnTo>
                  <a:pt x="0" y="2482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82381" y="4274503"/>
            <a:ext cx="1366733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syscall architecture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176" y="-80149"/>
            <a:ext cx="10841463" cy="10367149"/>
          </a:xfrm>
          <a:custGeom>
            <a:avLst/>
            <a:gdLst/>
            <a:ahLst/>
            <a:cxnLst/>
            <a:rect r="r" b="b" t="t" l="l"/>
            <a:pathLst>
              <a:path h="10367149" w="10841463">
                <a:moveTo>
                  <a:pt x="0" y="0"/>
                </a:moveTo>
                <a:lnTo>
                  <a:pt x="10841464" y="0"/>
                </a:lnTo>
                <a:lnTo>
                  <a:pt x="10841464" y="10367149"/>
                </a:lnTo>
                <a:lnTo>
                  <a:pt x="0" y="10367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01853" y="2696015"/>
            <a:ext cx="3643468" cy="4114800"/>
          </a:xfrm>
          <a:custGeom>
            <a:avLst/>
            <a:gdLst/>
            <a:ahLst/>
            <a:cxnLst/>
            <a:rect r="r" b="b" t="t" l="l"/>
            <a:pathLst>
              <a:path h="4114800" w="3643468">
                <a:moveTo>
                  <a:pt x="0" y="0"/>
                </a:moveTo>
                <a:lnTo>
                  <a:pt x="3643469" y="0"/>
                </a:lnTo>
                <a:lnTo>
                  <a:pt x="36434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9715" y="5720410"/>
            <a:ext cx="1297438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user space vs kernal space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6338" y="0"/>
            <a:ext cx="11875325" cy="10287000"/>
          </a:xfrm>
          <a:custGeom>
            <a:avLst/>
            <a:gdLst/>
            <a:ahLst/>
            <a:cxnLst/>
            <a:rect r="r" b="b" t="t" l="l"/>
            <a:pathLst>
              <a:path h="10287000" w="11875325">
                <a:moveTo>
                  <a:pt x="0" y="0"/>
                </a:moveTo>
                <a:lnTo>
                  <a:pt x="11875324" y="0"/>
                </a:lnTo>
                <a:lnTo>
                  <a:pt x="118753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7813" y="2699455"/>
            <a:ext cx="2831956" cy="2739918"/>
          </a:xfrm>
          <a:custGeom>
            <a:avLst/>
            <a:gdLst/>
            <a:ahLst/>
            <a:cxnLst/>
            <a:rect r="r" b="b" t="t" l="l"/>
            <a:pathLst>
              <a:path h="2739918" w="2831956">
                <a:moveTo>
                  <a:pt x="0" y="0"/>
                </a:moveTo>
                <a:lnTo>
                  <a:pt x="2831956" y="0"/>
                </a:lnTo>
                <a:lnTo>
                  <a:pt x="2831956" y="2739918"/>
                </a:lnTo>
                <a:lnTo>
                  <a:pt x="0" y="2739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0698" y="4274503"/>
            <a:ext cx="1421636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memory management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5601" y="0"/>
            <a:ext cx="12926659" cy="11989476"/>
          </a:xfrm>
          <a:custGeom>
            <a:avLst/>
            <a:gdLst/>
            <a:ahLst/>
            <a:cxnLst/>
            <a:rect r="r" b="b" t="t" l="l"/>
            <a:pathLst>
              <a:path h="11989476" w="12926659">
                <a:moveTo>
                  <a:pt x="0" y="0"/>
                </a:moveTo>
                <a:lnTo>
                  <a:pt x="12926659" y="0"/>
                </a:lnTo>
                <a:lnTo>
                  <a:pt x="12926659" y="11989476"/>
                </a:lnTo>
                <a:lnTo>
                  <a:pt x="0" y="1198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28837" y="3560227"/>
            <a:ext cx="1313618" cy="1385437"/>
          </a:xfrm>
          <a:custGeom>
            <a:avLst/>
            <a:gdLst/>
            <a:ahLst/>
            <a:cxnLst/>
            <a:rect r="r" b="b" t="t" l="l"/>
            <a:pathLst>
              <a:path h="1385437" w="1313618">
                <a:moveTo>
                  <a:pt x="0" y="0"/>
                </a:moveTo>
                <a:lnTo>
                  <a:pt x="1313618" y="0"/>
                </a:lnTo>
                <a:lnTo>
                  <a:pt x="1313618" y="1385437"/>
                </a:lnTo>
                <a:lnTo>
                  <a:pt x="0" y="1385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85646" y="4505031"/>
            <a:ext cx="877351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messages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2950" y="0"/>
            <a:ext cx="10017509" cy="10901407"/>
          </a:xfrm>
          <a:custGeom>
            <a:avLst/>
            <a:gdLst/>
            <a:ahLst/>
            <a:cxnLst/>
            <a:rect r="r" b="b" t="t" l="l"/>
            <a:pathLst>
              <a:path h="10901407" w="10017509">
                <a:moveTo>
                  <a:pt x="0" y="0"/>
                </a:moveTo>
                <a:lnTo>
                  <a:pt x="10017509" y="0"/>
                </a:lnTo>
                <a:lnTo>
                  <a:pt x="10017509" y="10901407"/>
                </a:lnTo>
                <a:lnTo>
                  <a:pt x="0" y="1090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17192" y="3021387"/>
            <a:ext cx="2232416" cy="1948290"/>
          </a:xfrm>
          <a:custGeom>
            <a:avLst/>
            <a:gdLst/>
            <a:ahLst/>
            <a:cxnLst/>
            <a:rect r="r" b="b" t="t" l="l"/>
            <a:pathLst>
              <a:path h="1948290" w="2232416">
                <a:moveTo>
                  <a:pt x="0" y="0"/>
                </a:moveTo>
                <a:lnTo>
                  <a:pt x="2232416" y="0"/>
                </a:lnTo>
                <a:lnTo>
                  <a:pt x="2232416" y="1948290"/>
                </a:lnTo>
                <a:lnTo>
                  <a:pt x="0" y="1948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72908" y="4505031"/>
            <a:ext cx="1019899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trap dispatch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02484" y="0"/>
            <a:ext cx="11640880" cy="11298501"/>
          </a:xfrm>
          <a:custGeom>
            <a:avLst/>
            <a:gdLst/>
            <a:ahLst/>
            <a:cxnLst/>
            <a:rect r="r" b="b" t="t" l="l"/>
            <a:pathLst>
              <a:path h="11298501" w="11640880">
                <a:moveTo>
                  <a:pt x="0" y="0"/>
                </a:moveTo>
                <a:lnTo>
                  <a:pt x="11640880" y="0"/>
                </a:lnTo>
                <a:lnTo>
                  <a:pt x="11640880" y="11298501"/>
                </a:lnTo>
                <a:lnTo>
                  <a:pt x="0" y="11298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3320" y="4505031"/>
            <a:ext cx="947816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job objects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4861" y="157952"/>
            <a:ext cx="9557328" cy="10119523"/>
          </a:xfrm>
          <a:custGeom>
            <a:avLst/>
            <a:gdLst/>
            <a:ahLst/>
            <a:cxnLst/>
            <a:rect r="r" b="b" t="t" l="l"/>
            <a:pathLst>
              <a:path h="10119523" w="9557328">
                <a:moveTo>
                  <a:pt x="0" y="0"/>
                </a:moveTo>
                <a:lnTo>
                  <a:pt x="9557328" y="0"/>
                </a:lnTo>
                <a:lnTo>
                  <a:pt x="9557328" y="10119523"/>
                </a:lnTo>
                <a:lnTo>
                  <a:pt x="0" y="10119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8181" y="4505031"/>
            <a:ext cx="1106844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window timer  process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7457" y="0"/>
            <a:ext cx="10224458" cy="10525178"/>
          </a:xfrm>
          <a:custGeom>
            <a:avLst/>
            <a:gdLst/>
            <a:ahLst/>
            <a:cxnLst/>
            <a:rect r="r" b="b" t="t" l="l"/>
            <a:pathLst>
              <a:path h="10525178" w="10224458">
                <a:moveTo>
                  <a:pt x="0" y="0"/>
                </a:moveTo>
                <a:lnTo>
                  <a:pt x="10224458" y="0"/>
                </a:lnTo>
                <a:lnTo>
                  <a:pt x="10224458" y="10525178"/>
                </a:lnTo>
                <a:lnTo>
                  <a:pt x="0" y="10525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56658" y="134793"/>
            <a:ext cx="11423017" cy="10152207"/>
          </a:xfrm>
          <a:custGeom>
            <a:avLst/>
            <a:gdLst/>
            <a:ahLst/>
            <a:cxnLst/>
            <a:rect r="r" b="b" t="t" l="l"/>
            <a:pathLst>
              <a:path h="10152207" w="11423017">
                <a:moveTo>
                  <a:pt x="0" y="0"/>
                </a:moveTo>
                <a:lnTo>
                  <a:pt x="11423017" y="0"/>
                </a:lnTo>
                <a:lnTo>
                  <a:pt x="11423017" y="10152207"/>
                </a:lnTo>
                <a:lnTo>
                  <a:pt x="0" y="1015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DAHIuwJuXLs</dc:identifier>
  <dcterms:modified xsi:type="dcterms:W3CDTF">2011-08-01T06:04:30Z</dcterms:modified>
  <cp:revision>1</cp:revision>
  <dc:title>window boot process</dc:title>
</cp:coreProperties>
</file>